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683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ARQUITETO DE SOLUÇÕES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de Caixa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Solução Completa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3035808"/>
            <a:ext cx="3200400" cy="36576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1828800" cy="347472"/>
          </a:xfrm>
          <a:prstGeom prst="rect">
            <a:avLst/>
          </a:prstGeom>
          <a:solidFill>
            <a:srgbClr val="0D2B52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3246120"/>
            <a:ext cx="1828800" cy="347472"/>
          </a:xfrm>
          <a:prstGeom prst="rect">
            <a:avLst/>
          </a:prstGeom>
          <a:solidFill>
            <a:srgbClr val="0D2B52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514600" y="3246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3246120"/>
            <a:ext cx="1828800" cy="347472"/>
          </a:xfrm>
          <a:prstGeom prst="rect">
            <a:avLst/>
          </a:prstGeom>
          <a:solidFill>
            <a:srgbClr val="0D2B52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26280" y="3246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1828800" cy="347472"/>
          </a:xfrm>
          <a:prstGeom prst="rect">
            <a:avLst/>
          </a:prstGeom>
          <a:solidFill>
            <a:srgbClr val="0D2B52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3749040"/>
            <a:ext cx="1828800" cy="347472"/>
          </a:xfrm>
          <a:prstGeom prst="rect">
            <a:avLst/>
          </a:prstGeom>
          <a:solidFill>
            <a:srgbClr val="0D2B52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514600" y="3749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3749040"/>
            <a:ext cx="1828800" cy="347472"/>
          </a:xfrm>
          <a:prstGeom prst="rect">
            <a:avLst/>
          </a:prstGeom>
          <a:solidFill>
            <a:srgbClr val="0D2B52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26280" y="3749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Mensageria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Carrefour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64592" cy="41148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38912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14300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Negócio &amp; Requisitos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438912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87452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Domínios (DDD)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438912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60604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Arquiteturais (ADRs)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438912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33756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Alvo — Visão Completa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438912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06908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de Dados Críticos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14300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846320" y="1143000"/>
            <a:ext cx="438912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846320" y="1143000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114300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&amp; Requisitos Não-Funcionais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187452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846320" y="1874520"/>
            <a:ext cx="438912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846320" y="1874520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187452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&amp; Observabilidade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26060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4846320" y="2606040"/>
            <a:ext cx="438912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846320" y="2606040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260604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Transição (Legado)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333756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4846320" y="3337560"/>
            <a:ext cx="438912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846320" y="3337560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49240" y="333756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de Custos Azure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406908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846320" y="4069080"/>
            <a:ext cx="438912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4846320" y="4069080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49240" y="406908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Evoluções Futuras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NEGÓCIO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822960"/>
          </a:xfrm>
          <a:prstGeom prst="rect">
            <a:avLst/>
          </a:prstGeom>
          <a:solidFill>
            <a:srgbClr val="0D2B5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3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comerciante precisa controlar o seu fluxo de caixa diário com os lançamentos (débitos e créditos), também precisa de um relatório que disponibilize o saldo diário consolidado.</a:t>
            </a: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023360" cy="36576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 Lançamentos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débitos e créditos com validações de negócio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1645920" cy="27432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Write-Heavy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4023360" cy="36576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66344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Diário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560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saldo diário consolidado por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154680"/>
            <a:ext cx="1645920" cy="274320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Read-Heavy (50 rps)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8412480" cy="118872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0292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NÃO-FUNCIONAIS CRÍTICOS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40690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Lançamentos NÃO podem cair se o consolidado cair  →  Desacoplamento obrigatório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4165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50 rps no consolidado com máx. 5% de perda  →  Cache + mensageria assíncrona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DOMÍNIOS FUNCIONAIS &amp; CAPACIDADES DE NEGÓCIO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LANÇAMENTOS  (Core Domain)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Lancamento, TipoLancamento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3383280" cy="0"/>
          </a:xfrm>
          <a:prstGeom prst="line">
            <a:avLst/>
          </a:prstGeom>
          <a:noFill/>
          <a:ln w="12700">
            <a:solidFill>
              <a:srgbClr val="C9D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RegistrarLancamento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CancelarLancamento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999232"/>
            <a:ext cx="3383280" cy="0"/>
          </a:xfrm>
          <a:prstGeom prst="line">
            <a:avLst/>
          </a:prstGeom>
          <a:noFill/>
          <a:ln w="12700">
            <a:solidFill>
              <a:srgbClr val="C9D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11480" y="3090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3467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LancamentoRegistrado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LancamentoCancelado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712464"/>
            <a:ext cx="3383280" cy="0"/>
          </a:xfrm>
          <a:prstGeom prst="line">
            <a:avLst/>
          </a:prstGeom>
          <a:noFill/>
          <a:ln w="12700">
            <a:solidFill>
              <a:srgbClr val="C9D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11480" y="38039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40599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&gt; 0 · Descrição obrigatória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datas futuras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51960" y="2606040"/>
            <a:ext cx="640080" cy="9144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160520" y="270662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assinc.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937760" y="10972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937760" y="1097280"/>
            <a:ext cx="3931920" cy="4572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93776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DIÁRIO  (Core Domain)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4920" y="1920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ConsolidadoDiario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2286000"/>
            <a:ext cx="3383280" cy="0"/>
          </a:xfrm>
          <a:prstGeom prst="line">
            <a:avLst/>
          </a:prstGeom>
          <a:noFill/>
          <a:ln w="12700">
            <a:solidFill>
              <a:srgbClr val="C9D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0749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2633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TotalCréditos, TotalDébitos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SaldoLíquido = Créd − Déb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2999232"/>
            <a:ext cx="3383280" cy="0"/>
          </a:xfrm>
          <a:prstGeom prst="line">
            <a:avLst/>
          </a:prstGeom>
          <a:noFill/>
          <a:ln w="12700">
            <a:solidFill>
              <a:srgbClr val="C9D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074920" y="3090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33467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ObterConsolidadoDiario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ObterPorPeriodo (máx 365d)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3712464"/>
            <a:ext cx="3383280" cy="0"/>
          </a:xfrm>
          <a:prstGeom prst="line">
            <a:avLst/>
          </a:prstGeom>
          <a:noFill/>
          <a:ln w="12700">
            <a:solidFill>
              <a:srgbClr val="C9D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074920" y="38039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4920" y="40599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30s (Memory → Redis)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Invalidado por evento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0B1F3A">
              <a:alpha val="9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Ubíqua:  Lançamento · Débito (saída) · Crédito (entrada) · Consolidado · Saldo Líquido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ARQUITETURAIS — ADRs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91440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Microsserviços vs Monolito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276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2763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microsserviços independentes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88366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exige que lançamentos não dependam do consolidado. Monolito compartilha processo → uma falha derruba ambos.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5146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Complexidade operacional maior; mitigada por Docker Compose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914400" cy="38404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09160" y="11887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118872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16276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58968" y="162763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Outbox + BackgroundService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18888" y="188366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atomicidade entre persistir lançamento e publicar evento. Sem Outbox: dual-write silencioso pode gerar inconsistência.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25146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Latência de ~2s entre lançamento e atualização do consolidado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914400" cy="384048"/>
          </a:xfrm>
          <a:prstGeom prst="rect">
            <a:avLst/>
          </a:prstGeom>
          <a:solidFill>
            <a:srgbClr val="FFD0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274320" y="31089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31089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TTL 30s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35478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4128" y="354787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IMemoryCache (PoC) → Redis (Produção)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" y="380390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rps no consolidado = 180k queries/hora sem cache. Cache resolve 99% das consultas em &lt;5ms.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" y="44348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Consolidado pode estar defasado em até 30s (consistência eventual aceitável)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31089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709160" y="3108960"/>
            <a:ext cx="914400" cy="384048"/>
          </a:xfrm>
          <a:prstGeom prst="rect">
            <a:avLst/>
          </a:prstGeom>
          <a:solidFill>
            <a:srgbClr val="C9DE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709160" y="31089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31089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9 Minimal API + CQRS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18888" y="35478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58968" y="354787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9 + MediatR + FluentValidation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18888" y="380390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throughput HTTP vs .NET 8. Minimal API reduz overhead de reflection. CQRS separa claramente escrita e leitura.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18888" y="44348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Curva de aprendizado do MediatR; compensada pela organização explícita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ALVO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28016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C9D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10058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/ App)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08760" y="1307592"/>
            <a:ext cx="548640" cy="7315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057400" y="1005840"/>
            <a:ext cx="5029200" cy="68580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057400" y="10058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·  Rate Limiting  ·  JWT Validation  ·  TLS  ·  CORS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691640"/>
            <a:ext cx="73152" cy="36576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577840" y="1691640"/>
            <a:ext cx="73152" cy="36576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28599" y="2057400"/>
            <a:ext cx="3246121" cy="1463040"/>
          </a:xfrm>
          <a:prstGeom prst="rect">
            <a:avLst/>
          </a:prstGeom>
          <a:solidFill>
            <a:srgbClr val="0D2B52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28600" y="2057400"/>
            <a:ext cx="3257368" cy="3474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28600" y="2057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lancamentos-api  :5001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45059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(MediatR)  ·  DDD  ·  Outbox Pattern
</a:t>
            </a: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/api/lancamentos
GET  /api/lancamentos/{data}
DEL  /api/lancamentos/{id}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611880"/>
            <a:ext cx="3246120" cy="502920"/>
          </a:xfrm>
          <a:prstGeom prst="rect">
            <a:avLst/>
          </a:prstGeom>
          <a:solidFill>
            <a:srgbClr val="0D1F35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28599" y="3611880"/>
            <a:ext cx="32461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lancamentos + outbox_messages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60520" y="2880360"/>
            <a:ext cx="914400" cy="73152"/>
          </a:xfrm>
          <a:prstGeom prst="rect">
            <a:avLst/>
          </a:prstGeom>
          <a:solidFill>
            <a:srgbClr val="FFD0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16052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520440" y="2057400"/>
            <a:ext cx="2103120" cy="1188720"/>
          </a:xfrm>
          <a:prstGeom prst="rect">
            <a:avLst/>
          </a:prstGeom>
          <a:solidFill>
            <a:srgbClr val="0D2B52"/>
          </a:solidFill>
          <a:ln w="12700">
            <a:solidFill>
              <a:srgbClr val="FFD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527935" y="2057400"/>
            <a:ext cx="2103120" cy="347472"/>
          </a:xfrm>
          <a:prstGeom prst="rect">
            <a:avLst/>
          </a:prstGeom>
          <a:solidFill>
            <a:srgbClr val="FFD0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520440" y="20574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245059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Svc Bus (Prod)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(Dev)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 (PoC)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1035" y="2606040"/>
            <a:ext cx="731520" cy="73152"/>
          </a:xfrm>
          <a:prstGeom prst="rect">
            <a:avLst/>
          </a:prstGeom>
          <a:solidFill>
            <a:srgbClr val="FFD0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615315" y="24871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658032" y="2057400"/>
            <a:ext cx="3283595" cy="1463040"/>
          </a:xfrm>
          <a:prstGeom prst="rect">
            <a:avLst/>
          </a:prstGeom>
          <a:solidFill>
            <a:srgbClr val="0D2B5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643045" y="2057400"/>
            <a:ext cx="3283595" cy="34747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983480" y="2057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consolidado-api  :5002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31489" y="2450592"/>
            <a:ext cx="284288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TTL 30s  ·  Consumer  ·  CQRS Read
</a:t>
            </a: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/api/consolidado/{data}
GET /api/consolidado/periodo?inicio=&amp;fim=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3611880"/>
            <a:ext cx="1828800" cy="502920"/>
          </a:xfrm>
          <a:prstGeom prst="rect">
            <a:avLst/>
          </a:prstGeom>
          <a:solidFill>
            <a:srgbClr val="0D1F35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983480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30s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3611880"/>
            <a:ext cx="2011680" cy="502920"/>
          </a:xfrm>
          <a:prstGeom prst="rect">
            <a:avLst/>
          </a:prstGeom>
          <a:solidFill>
            <a:srgbClr val="0D1F35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903720" y="3611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consolidados_diarios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4251960"/>
            <a:ext cx="868680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320040" y="42519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Observabilidade:  OpenTelemetry (Traces)  ·  Prometheus (Métricas)  ·  Grafana (Dashboards)  ·  Serilog (Logs estruturados)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DE DADOS CRÍTICOS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LANÇAMENTO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92608" cy="2926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/api/lancamentos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292608" cy="29260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ValidationBehavior (FluentValidation)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331720"/>
            <a:ext cx="292608" cy="2926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1480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3317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Lancamento.Criar() — regras de domínio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743200"/>
            <a:ext cx="292608" cy="29260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148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lancamentos (EF Core)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154680"/>
            <a:ext cx="292608" cy="2926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31546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outbox_messages (mesma transação ✅)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566160"/>
            <a:ext cx="292608" cy="29260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11480" y="3566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56616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→ 201 Created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977640"/>
            <a:ext cx="292608" cy="292608"/>
          </a:xfrm>
          <a:prstGeom prst="rect">
            <a:avLst/>
          </a:prstGeom>
          <a:solidFill>
            <a:srgbClr val="FFD0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1148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39776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OutboxRelay publica evento (~2s)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4389120"/>
            <a:ext cx="292608" cy="29260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11480" y="4389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43891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atualiza consolidado + invalida cache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CONSOLIDADO  (50 rps)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1508760"/>
            <a:ext cx="384048" cy="29260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892040" y="150876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349240" y="150876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/api/consolidado/{data}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1920240"/>
            <a:ext cx="384048" cy="29260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892040" y="192024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349240" y="19202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ObterConsolidadoDiarioHandler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92040" y="2331720"/>
            <a:ext cx="384048" cy="29260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892040" y="233172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349240" y="233172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cache.ObterAsync(data)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92040" y="2743200"/>
            <a:ext cx="384048" cy="29260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4892040" y="274320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349240" y="274320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Retorna em &lt; 5ms  ✅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92040" y="3154680"/>
            <a:ext cx="384048" cy="292608"/>
          </a:xfrm>
          <a:prstGeom prst="rect">
            <a:avLst/>
          </a:prstGeom>
          <a:solidFill>
            <a:srgbClr val="FFD0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4892040" y="315468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349240" y="315468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repository.ObterPorDataAsync()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92040" y="3566160"/>
            <a:ext cx="384048" cy="29260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4892040" y="356616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49240" y="356616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cache TTL 30s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92040" y="3977640"/>
            <a:ext cx="384048" cy="29260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4892040" y="397764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349240" y="39776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200 OK em &lt; 50ms  ✅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92040" y="4389120"/>
            <a:ext cx="384048" cy="2926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4892040" y="438912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349240" y="438912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sucesso garantido com cache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&amp; REQUISITOS NÃO-FUNCIONAIS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SEGURANÇA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37360" y="14630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 · Azure AD / Keycloak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3794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183794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lancamentos:write, consolidado:read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2128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221284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entre serviços (Istio / Linkerd)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58775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25877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— nunca em appsettings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96265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37360" y="29626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9 AddRateLimiter (100 req/min/IP)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3337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parameterized queries por padrão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REQUISITOS NÃO-FUNCIONAIS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435608"/>
            <a:ext cx="4114800" cy="347472"/>
          </a:xfrm>
          <a:prstGeom prst="rect">
            <a:avLst/>
          </a:prstGeom>
          <a:solidFill>
            <a:srgbClr val="F0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46320" y="1435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14356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lançamentos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21040" y="14356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810512"/>
            <a:ext cx="41148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84632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75120" y="18105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rps consolidado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21040" y="181051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185416"/>
            <a:ext cx="4114800" cy="347472"/>
          </a:xfrm>
          <a:prstGeom prst="rect">
            <a:avLst/>
          </a:prstGeom>
          <a:solidFill>
            <a:srgbClr val="F0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846320" y="21854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máxima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75120" y="218541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 (SLA 95%)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21040" y="21854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2560320"/>
            <a:ext cx="41148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846320" y="2560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P99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75120" y="2560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321040" y="25603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2935224"/>
            <a:ext cx="4114800" cy="347472"/>
          </a:xfrm>
          <a:prstGeom prst="rect">
            <a:avLst/>
          </a:prstGeom>
          <a:solidFill>
            <a:srgbClr val="F0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846320" y="2935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75120" y="29352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&lt; 5s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321040" y="29352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3310128"/>
            <a:ext cx="41148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4846320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675120" y="3310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(stateless)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321040" y="33101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3840480"/>
            <a:ext cx="8595360" cy="109728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41148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— MITIGAÇÕES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187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A01 Broken Access Control → JWT + Scopes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0" y="4187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A03 Injection → EF Core parameterizado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45354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A02 Cryptographic Failures → HTTPS + TLS 1.3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54880" y="45354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A07 Auth Failures → JWT TTL 15min + Refresh Rotation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&amp; OBSERVABILIDADE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834640" cy="47548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ESTRUTURADOS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36245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+ OpenTelemetry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formatado com CorrelationId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1122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das requests rastreáveis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6243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log de dados sensíveis (PII)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136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timestamp, level, service, traceId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7832" y="105156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227832" y="1051560"/>
            <a:ext cx="2834640" cy="47548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227832" y="105156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27832" y="136245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64992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por serviço (target: 50 rps)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64992" y="21122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P50 / P95 / P99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64992" y="26243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erros 4xx / 5xx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64992" y="3136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queue size (alerta &gt; 500)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81344" y="105156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181344" y="1051560"/>
            <a:ext cx="2834640" cy="475488"/>
          </a:xfrm>
          <a:prstGeom prst="rect">
            <a:avLst/>
          </a:prstGeom>
          <a:solidFill>
            <a:srgbClr val="FFD0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181344" y="105156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81344" y="136245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/ Azure Monitor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18504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completo: API → DB → Broker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18504" y="21122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Propagação de TraceId e SpanId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18504" y="26243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entre os 2 serviços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18504" y="3136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gargalos automática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462272"/>
            <a:ext cx="8595360" cy="5486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1148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CRÍTICOS: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7731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Latência P99 &gt; 500ms (2min)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60320" y="47731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5xx &gt; 5% (5min)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09160" y="47731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Outbox pendente &gt; 500 (5min)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0" y="47731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Serviço DOWN (imediato)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TRANSIÇÃO  (Migração de Legado)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 Pattern — 3 Fases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834640" cy="59436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Coexistência (Meses 1–3)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roteia: novas rotas → novo sistema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70662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continua funcionando em modo leitura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32841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incremental: migra histórico em batches noturnos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9502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downtime para o comerciante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27832" y="141732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227832" y="1417320"/>
            <a:ext cx="2834640" cy="594360"/>
          </a:xfrm>
          <a:prstGeom prst="rect">
            <a:avLst/>
          </a:prstGeom>
          <a:solidFill>
            <a:srgbClr val="FFD0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227832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27832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(Meses 3–4)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64992" y="208483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Dual-write: escreve nos dois sistemas simultaneamente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64992" y="270662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resultados diariamente para validar consistência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64992" y="332841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divergências para auditoria e correção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64992" y="39502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crescente no novo sistema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81344" y="141732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181344" y="1417320"/>
            <a:ext cx="2834640" cy="59436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181344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81344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Descomissionamento (Mês 5+)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18504" y="208483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 tráfego no novo sistema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18504" y="270662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em modo read-only por 90 dias (auditoria)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18504" y="332841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Desligamento após validação de auditores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18504" y="39502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custo operacional do legado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08960" y="2834640"/>
            <a:ext cx="210312" cy="7315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062472" y="2834640"/>
            <a:ext cx="210312" cy="7315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DE CUSTOS — AZURE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8595360" cy="402336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Azure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64992" y="98755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50992" y="98755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96912" y="9875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USD/mês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8595360" cy="402336"/>
          </a:xfrm>
          <a:prstGeom prst="rect">
            <a:avLst/>
          </a:prstGeom>
          <a:solidFill>
            <a:srgbClr val="F0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47472" y="141732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— Lançamentos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64992" y="141732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réplicas · 0.5 vCPU · 1GB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50992" y="14173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endpoint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296912" y="141732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847088"/>
            <a:ext cx="8595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47472" y="184708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— Consolidado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64992" y="184708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réplicas · 0.5 vCPU · 1GB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50992" y="184708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+ 50 rps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96912" y="184708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276856"/>
            <a:ext cx="8595360" cy="402336"/>
          </a:xfrm>
          <a:prstGeom prst="rect">
            <a:avLst/>
          </a:prstGeom>
          <a:solidFill>
            <a:srgbClr val="F0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47472" y="227685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Database PostgreSQL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64992" y="227685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Burstable B2s · 2 vCores · 4GB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50992" y="227685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principal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96912" y="227685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706624"/>
            <a:ext cx="8595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47472" y="270662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Cache for Redis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64992" y="270662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Standard · 1GB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50992" y="270662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consolidado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96912" y="270662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136392"/>
            <a:ext cx="8595360" cy="402336"/>
          </a:xfrm>
          <a:prstGeom prst="rect">
            <a:avLst/>
          </a:prstGeom>
          <a:solidFill>
            <a:srgbClr val="F0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47472" y="313639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Bus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64992" y="313639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· &lt; 10M msgs/mês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50992" y="31363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Mensageria eventos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96912" y="31363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566160"/>
            <a:ext cx="8595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347472" y="356616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Registry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64992" y="35661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· 10GB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50992" y="356616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Docker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96912" y="35661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995928"/>
            <a:ext cx="8595360" cy="402336"/>
          </a:xfrm>
          <a:prstGeom prst="rect">
            <a:avLst/>
          </a:prstGeom>
          <a:solidFill>
            <a:srgbClr val="F0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347472" y="399592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+ Log Analytics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364992" y="39959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5GB/dia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50992" y="399592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 + alertas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96912" y="39959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590288"/>
            <a:ext cx="8595360" cy="420624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11480" y="4590288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 — PRODUÇÃO (Azure Brazil South)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269480" y="459028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~$245/mês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PARA PRODUÇÃO &amp; EVOLUÇÕES FUTURAS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7955280" cy="3657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07792" y="987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(entregue)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76672" y="9875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80744"/>
            <a:ext cx="7955280" cy="365760"/>
          </a:xfrm>
          <a:prstGeom prst="rect">
            <a:avLst/>
          </a:prstGeom>
          <a:solidFill>
            <a:srgbClr val="F0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7472" y="13807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07792" y="13807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(arquivo local)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76672" y="13807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— Azure DB Flex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773936"/>
            <a:ext cx="795528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47472" y="17739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Mensageria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07792" y="17739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InMemoryMessageBus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76672" y="17739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Bus Standard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167128"/>
            <a:ext cx="7955280" cy="365760"/>
          </a:xfrm>
          <a:prstGeom prst="rect">
            <a:avLst/>
          </a:prstGeom>
          <a:solidFill>
            <a:srgbClr val="F0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47472" y="21671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07792" y="21671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IMemoryCache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76672" y="21671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— Azure Cache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60320"/>
            <a:ext cx="795528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47472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07792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auth (PoC)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76672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+ Azure AD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53512"/>
            <a:ext cx="7955280" cy="365760"/>
          </a:xfrm>
          <a:prstGeom prst="rect">
            <a:avLst/>
          </a:prstGeom>
          <a:solidFill>
            <a:srgbClr val="F0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47472" y="2953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07792" y="29535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76672" y="29535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(Azure Kubernetes)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346704"/>
            <a:ext cx="795528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347472" y="33467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07792" y="3346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appsettings.json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76672" y="33467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39896"/>
            <a:ext cx="7955280" cy="365760"/>
          </a:xfrm>
          <a:prstGeom prst="rect">
            <a:avLst/>
          </a:prstGeom>
          <a:solidFill>
            <a:srgbClr val="F0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47472" y="37398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07792" y="37398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76672" y="37398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build→test→deploy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160520"/>
            <a:ext cx="8595360" cy="2743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1148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EVOLUÇÕES FUTURAS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498848"/>
            <a:ext cx="2743200" cy="274320"/>
          </a:xfrm>
          <a:prstGeom prst="rect">
            <a:avLst/>
          </a:prstGeom>
          <a:solidFill>
            <a:srgbClr val="0D2B52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274320" y="4498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Event Sourcing (EventStoreDB)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72968" y="4498848"/>
            <a:ext cx="2743200" cy="274320"/>
          </a:xfrm>
          <a:prstGeom prst="rect">
            <a:avLst/>
          </a:prstGeom>
          <a:solidFill>
            <a:srgbClr val="0D2B52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3172968" y="4498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Pact.NET — Contract Testing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71616" y="4498848"/>
            <a:ext cx="2743200" cy="274320"/>
          </a:xfrm>
          <a:prstGeom prst="rect">
            <a:avLst/>
          </a:prstGeom>
          <a:solidFill>
            <a:srgbClr val="0D2B52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071616" y="4498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Chaos Engineering (Simmy)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846320"/>
            <a:ext cx="2743200" cy="274320"/>
          </a:xfrm>
          <a:prstGeom prst="rect">
            <a:avLst/>
          </a:prstGeom>
          <a:solidFill>
            <a:srgbClr val="0D2B52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274320" y="4846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Multi-tenancy (multi-conta)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72968" y="4846320"/>
            <a:ext cx="2743200" cy="274320"/>
          </a:xfrm>
          <a:prstGeom prst="rect">
            <a:avLst/>
          </a:prstGeom>
          <a:solidFill>
            <a:srgbClr val="0D2B52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3172968" y="4846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Terraform IaC (infra Azure)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71616" y="4846320"/>
            <a:ext cx="2743200" cy="274320"/>
          </a:xfrm>
          <a:prstGeom prst="rect">
            <a:avLst/>
          </a:prstGeom>
          <a:solidFill>
            <a:srgbClr val="0D2B52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6071616" y="4846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Exportação PDF/Excel consolidado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TECNOLÓGICA &amp; PADRÕES APLICADOS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73152" cy="62179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38912" y="1051560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9 · ASP.NET Core 9 Minimal API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73152" cy="62179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38912" y="1801368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180136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MediatR 12 · Pipeline Behaviors (Validation + Logging)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55117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74320" y="2551176"/>
            <a:ext cx="73152" cy="62179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38912" y="2551176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2551176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· Entidade Rica · Domain Events · Result&lt;T&gt; Pattern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30098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74320" y="3300984"/>
            <a:ext cx="73152" cy="62179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38912" y="3300984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3300984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 · Circuit Breaker · Retry Policy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05079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274320" y="4050792"/>
            <a:ext cx="73152" cy="62179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38912" y="4050792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405079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9 · SQLite (PoC) · PostgreSQL (Produção)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05156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1051560"/>
            <a:ext cx="73152" cy="62179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873752" y="1051560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105156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IMemoryCache (PoC) · Redis 7 com IDistributedCache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80136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709160" y="1801368"/>
            <a:ext cx="73152" cy="62179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873752" y="1801368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Mensageria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180136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IMessageBus · Azure Service Bus / RabbitMQ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55117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4709160" y="2551176"/>
            <a:ext cx="73152" cy="62179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873752" y="2551176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97880" y="2551176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2.9 · FluentAssertions · NSubstitute · WebApplicationFactory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30098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4709160" y="3300984"/>
            <a:ext cx="73152" cy="62179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873752" y="3300984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97880" y="3300984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Dockerfile multi-stage · Docker Compose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405079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4709160" y="4050792"/>
            <a:ext cx="73152" cy="62179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873752" y="4050792"/>
            <a:ext cx="108483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97880" y="405079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· Serilog · Prometheus · Grafana · Jaeger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SOLUÇÃO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Lançamentos 100% independentes do consolidado  (RNF-01 atendido)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50 rps com &lt; 5% de perda via Cache + Consistência Eventual  (RNF-02 atendido)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1109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Atomicidade garantida via Outbox Pattern (zero dual-write problem)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4086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DDD com entidade rica: regras de negócio no domínio, não no controller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706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Clean Architecture: Domain → Application → Infrastructure →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34 testes unitários + integração: domínio, handlers, endpoints E2E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63016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Documentação completa: ADRs, README, diagramas de fluxo e custo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0599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Plug-and-play: SQLite (demo) → PostgreSQL + Redis + Azure SB (produção)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5029200" cy="36576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Carrefour · Desafio Arquiteto de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1610</Words>
  <Application>Microsoft Macintosh PowerPoint</Application>
  <PresentationFormat>Apresentação na tela (16:9)</PresentationFormat>
  <Paragraphs>345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de Soluções — Controle de Fluxo de Caixa</dc:title>
  <dc:subject>PptxGenJS Presentation</dc:subject>
  <dc:creator>Arquiteto de Soluções</dc:creator>
  <cp:lastModifiedBy>Paulo Marne Bastos</cp:lastModifiedBy>
  <cp:revision>2</cp:revision>
  <dcterms:created xsi:type="dcterms:W3CDTF">2026-05-22T17:24:50Z</dcterms:created>
  <dcterms:modified xsi:type="dcterms:W3CDTF">2026-05-22T20:34:36Z</dcterms:modified>
</cp:coreProperties>
</file>